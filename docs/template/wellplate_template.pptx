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2"/>
    <p:sldId id="259" r:id="rId3"/>
  </p:sldIdLst>
  <p:sldSz cx="9144000" cy="6858000" type="screen4x3"/>
  <p:notesSz cx="7029450" cy="93154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DB01EE-1C91-46DD-AE0C-C1B119886A92}" v="15" dt="2026-04-29T16:01:28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92" autoAdjust="0"/>
    <p:restoredTop sz="96115" autoAdjust="0"/>
  </p:normalViewPr>
  <p:slideViewPr>
    <p:cSldViewPr showGuides="1">
      <p:cViewPr varScale="1">
        <p:scale>
          <a:sx n="119" d="100"/>
          <a:sy n="119" d="100"/>
        </p:scale>
        <p:origin x="1518" y="108"/>
      </p:cViewPr>
      <p:guideLst>
        <p:guide orient="horz" pos="2171"/>
        <p:guide pos="28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bin Ning" userId="859e7eff-02b1-4ab0-b37f-60eed51680ba" providerId="ADAL" clId="{A663D1EC-03D0-4E68-801C-8E97F761FE79}"/>
    <pc:docChg chg="custSel modSld">
      <pc:chgData name="Zhibin Ning" userId="859e7eff-02b1-4ab0-b37f-60eed51680ba" providerId="ADAL" clId="{A663D1EC-03D0-4E68-801C-8E97F761FE79}" dt="2026-04-29T16:01:38.071" v="88" actId="1076"/>
      <pc:docMkLst>
        <pc:docMk/>
      </pc:docMkLst>
      <pc:sldChg chg="delSp modSp mod">
        <pc:chgData name="Zhibin Ning" userId="859e7eff-02b1-4ab0-b37f-60eed51680ba" providerId="ADAL" clId="{A663D1EC-03D0-4E68-801C-8E97F761FE79}" dt="2026-04-29T16:01:38.071" v="88" actId="1076"/>
        <pc:sldMkLst>
          <pc:docMk/>
          <pc:sldMk cId="0" sldId="257"/>
        </pc:sldMkLst>
        <pc:spChg chg="mod">
          <ac:chgData name="Zhibin Ning" userId="859e7eff-02b1-4ab0-b37f-60eed51680ba" providerId="ADAL" clId="{A663D1EC-03D0-4E68-801C-8E97F761FE79}" dt="2026-04-29T16:01:38.071" v="88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Zhibin Ning" userId="859e7eff-02b1-4ab0-b37f-60eed51680ba" providerId="ADAL" clId="{A663D1EC-03D0-4E68-801C-8E97F761FE79}" dt="2026-04-29T16:00:34.669" v="71" actId="1035"/>
          <ac:spMkLst>
            <pc:docMk/>
            <pc:sldMk cId="0" sldId="257"/>
            <ac:spMk id="5" creationId="{00000000-0000-0000-0000-000000000000}"/>
          </ac:spMkLst>
        </pc:spChg>
        <pc:spChg chg="mod">
          <ac:chgData name="Zhibin Ning" userId="859e7eff-02b1-4ab0-b37f-60eed51680ba" providerId="ADAL" clId="{A663D1EC-03D0-4E68-801C-8E97F761FE79}" dt="2026-04-29T16:00:34.669" v="71" actId="1035"/>
          <ac:spMkLst>
            <pc:docMk/>
            <pc:sldMk cId="0" sldId="257"/>
            <ac:spMk id="25" creationId="{00000000-0000-0000-0000-000000000000}"/>
          </ac:spMkLst>
        </pc:spChg>
        <pc:spChg chg="mod">
          <ac:chgData name="Zhibin Ning" userId="859e7eff-02b1-4ab0-b37f-60eed51680ba" providerId="ADAL" clId="{A663D1EC-03D0-4E68-801C-8E97F761FE79}" dt="2026-04-29T16:00:34.669" v="71" actId="1035"/>
          <ac:spMkLst>
            <pc:docMk/>
            <pc:sldMk cId="0" sldId="257"/>
            <ac:spMk id="26" creationId="{00000000-0000-0000-0000-000000000000}"/>
          </ac:spMkLst>
        </pc:spChg>
        <pc:spChg chg="mod">
          <ac:chgData name="Zhibin Ning" userId="859e7eff-02b1-4ab0-b37f-60eed51680ba" providerId="ADAL" clId="{A663D1EC-03D0-4E68-801C-8E97F761FE79}" dt="2026-04-29T16:00:34.669" v="71" actId="1035"/>
          <ac:spMkLst>
            <pc:docMk/>
            <pc:sldMk cId="0" sldId="257"/>
            <ac:spMk id="29" creationId="{00000000-0000-0000-0000-000000000000}"/>
          </ac:spMkLst>
        </pc:spChg>
        <pc:spChg chg="mod">
          <ac:chgData name="Zhibin Ning" userId="859e7eff-02b1-4ab0-b37f-60eed51680ba" providerId="ADAL" clId="{A663D1EC-03D0-4E68-801C-8E97F761FE79}" dt="2026-04-29T16:00:34.669" v="71" actId="1035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Zhibin Ning" userId="859e7eff-02b1-4ab0-b37f-60eed51680ba" providerId="ADAL" clId="{A663D1EC-03D0-4E68-801C-8E97F761FE79}" dt="2026-04-29T16:00:34.669" v="71" actId="1035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Zhibin Ning" userId="859e7eff-02b1-4ab0-b37f-60eed51680ba" providerId="ADAL" clId="{A663D1EC-03D0-4E68-801C-8E97F761FE79}" dt="2026-04-29T16:00:34.669" v="71" actId="1035"/>
          <ac:spMkLst>
            <pc:docMk/>
            <pc:sldMk cId="0" sldId="257"/>
            <ac:spMk id="106" creationId="{00000000-0000-0000-0000-000000000000}"/>
          </ac:spMkLst>
        </pc:spChg>
        <pc:spChg chg="mod">
          <ac:chgData name="Zhibin Ning" userId="859e7eff-02b1-4ab0-b37f-60eed51680ba" providerId="ADAL" clId="{A663D1EC-03D0-4E68-801C-8E97F761FE79}" dt="2026-04-29T16:00:34.669" v="71" actId="1035"/>
          <ac:spMkLst>
            <pc:docMk/>
            <pc:sldMk cId="0" sldId="257"/>
            <ac:spMk id="107" creationId="{00000000-0000-0000-0000-000000000000}"/>
          </ac:spMkLst>
        </pc:spChg>
        <pc:spChg chg="mod">
          <ac:chgData name="Zhibin Ning" userId="859e7eff-02b1-4ab0-b37f-60eed51680ba" providerId="ADAL" clId="{A663D1EC-03D0-4E68-801C-8E97F761FE79}" dt="2026-04-29T16:00:34.669" v="71" actId="1035"/>
          <ac:spMkLst>
            <pc:docMk/>
            <pc:sldMk cId="0" sldId="257"/>
            <ac:spMk id="108" creationId="{00000000-0000-0000-0000-000000000000}"/>
          </ac:spMkLst>
        </pc:spChg>
        <pc:spChg chg="mod">
          <ac:chgData name="Zhibin Ning" userId="859e7eff-02b1-4ab0-b37f-60eed51680ba" providerId="ADAL" clId="{A663D1EC-03D0-4E68-801C-8E97F761FE79}" dt="2026-04-29T16:00:34.669" v="71" actId="1035"/>
          <ac:spMkLst>
            <pc:docMk/>
            <pc:sldMk cId="0" sldId="257"/>
            <ac:spMk id="110" creationId="{00000000-0000-0000-0000-000000000000}"/>
          </ac:spMkLst>
        </pc:spChg>
        <pc:spChg chg="del">
          <ac:chgData name="Zhibin Ning" userId="859e7eff-02b1-4ab0-b37f-60eed51680ba" providerId="ADAL" clId="{A663D1EC-03D0-4E68-801C-8E97F761FE79}" dt="2026-04-29T16:00:08.465" v="65" actId="47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Zhibin Ning" userId="859e7eff-02b1-4ab0-b37f-60eed51680ba" providerId="ADAL" clId="{A663D1EC-03D0-4E68-801C-8E97F761FE79}" dt="2026-04-29T16:01:07.463" v="77" actId="20577"/>
          <ac:spMkLst>
            <pc:docMk/>
            <pc:sldMk cId="0" sldId="257"/>
            <ac:spMk id="123" creationId="{00000000-0000-0000-0000-000000000000}"/>
          </ac:spMkLst>
        </pc:spChg>
      </pc:sldChg>
      <pc:sldChg chg="addSp delSp modSp mod">
        <pc:chgData name="Zhibin Ning" userId="859e7eff-02b1-4ab0-b37f-60eed51680ba" providerId="ADAL" clId="{A663D1EC-03D0-4E68-801C-8E97F761FE79}" dt="2026-04-29T16:01:33.052" v="87" actId="1076"/>
        <pc:sldMkLst>
          <pc:docMk/>
          <pc:sldMk cId="0" sldId="259"/>
        </pc:sldMkLst>
        <pc:spChg chg="add mod">
          <ac:chgData name="Zhibin Ning" userId="859e7eff-02b1-4ab0-b37f-60eed51680ba" providerId="ADAL" clId="{A663D1EC-03D0-4E68-801C-8E97F761FE79}" dt="2026-04-29T16:01:33.052" v="87" actId="1076"/>
          <ac:spMkLst>
            <pc:docMk/>
            <pc:sldMk cId="0" sldId="259"/>
            <ac:spMk id="2" creationId="{5EAA5FB5-24AC-73FC-777F-CB812D5856A1}"/>
          </ac:spMkLst>
        </pc:spChg>
        <pc:spChg chg="add mod">
          <ac:chgData name="Zhibin Ning" userId="859e7eff-02b1-4ab0-b37f-60eed51680ba" providerId="ADAL" clId="{A663D1EC-03D0-4E68-801C-8E97F761FE79}" dt="2026-04-29T16:01:11.434" v="78"/>
          <ac:spMkLst>
            <pc:docMk/>
            <pc:sldMk cId="0" sldId="259"/>
            <ac:spMk id="3" creationId="{A5EA4F82-E63A-C06D-0945-A8AB50D94E60}"/>
          </ac:spMkLst>
        </pc:spChg>
        <pc:spChg chg="mod">
          <ac:chgData name="Zhibin Ning" userId="859e7eff-02b1-4ab0-b37f-60eed51680ba" providerId="ADAL" clId="{A663D1EC-03D0-4E68-801C-8E97F761FE79}" dt="2026-04-29T16:01:28.059" v="86" actId="103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Zhibin Ning" userId="859e7eff-02b1-4ab0-b37f-60eed51680ba" providerId="ADAL" clId="{A663D1EC-03D0-4E68-801C-8E97F761FE79}" dt="2026-04-29T16:01:28.059" v="86" actId="1037"/>
          <ac:spMkLst>
            <pc:docMk/>
            <pc:sldMk cId="0" sldId="259"/>
            <ac:spMk id="11" creationId="{00000000-0000-0000-0000-000000000000}"/>
          </ac:spMkLst>
        </pc:spChg>
        <pc:spChg chg="del">
          <ac:chgData name="Zhibin Ning" userId="859e7eff-02b1-4ab0-b37f-60eed51680ba" providerId="ADAL" clId="{A663D1EC-03D0-4E68-801C-8E97F761FE79}" dt="2026-04-29T16:00:56.414" v="75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Zhibin Ning" userId="859e7eff-02b1-4ab0-b37f-60eed51680ba" providerId="ADAL" clId="{A663D1EC-03D0-4E68-801C-8E97F761FE79}" dt="2026-04-29T16:00:58.394" v="76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Zhibin Ning" userId="859e7eff-02b1-4ab0-b37f-60eed51680ba" providerId="ADAL" clId="{A663D1EC-03D0-4E68-801C-8E97F761FE79}" dt="2026-04-29T16:00:52.898" v="74" actId="478"/>
          <ac:spMkLst>
            <pc:docMk/>
            <pc:sldMk cId="0" sldId="259"/>
            <ac:spMk id="35" creationId="{00000000-0000-0000-0000-000000000000}"/>
          </ac:spMkLst>
        </pc:spChg>
        <pc:grpChg chg="mod">
          <ac:chgData name="Zhibin Ning" userId="859e7eff-02b1-4ab0-b37f-60eed51680ba" providerId="ADAL" clId="{A663D1EC-03D0-4E68-801C-8E97F761FE79}" dt="2026-04-29T16:01:28.059" v="86" actId="1037"/>
          <ac:grpSpMkLst>
            <pc:docMk/>
            <pc:sldMk cId="0" sldId="259"/>
            <ac:grpSpMk id="9" creationId="{00000000-0000-0000-0000-000000000000}"/>
          </ac:grpSpMkLst>
        </pc:grpChg>
        <pc:picChg chg="mod">
          <ac:chgData name="Zhibin Ning" userId="859e7eff-02b1-4ab0-b37f-60eed51680ba" providerId="ADAL" clId="{A663D1EC-03D0-4E68-801C-8E97F761FE79}" dt="2026-04-29T16:01:28.059" v="86" actId="1037"/>
          <ac:picMkLst>
            <pc:docMk/>
            <pc:sldMk cId="0" sldId="259"/>
            <ac:picMk id="5" creationId="{00000000-0000-0000-0000-000000000000}"/>
          </ac:picMkLst>
        </pc:picChg>
        <pc:picChg chg="mod">
          <ac:chgData name="Zhibin Ning" userId="859e7eff-02b1-4ab0-b37f-60eed51680ba" providerId="ADAL" clId="{A663D1EC-03D0-4E68-801C-8E97F761FE79}" dt="2026-04-29T16:01:28.059" v="86" actId="1037"/>
          <ac:picMkLst>
            <pc:docMk/>
            <pc:sldMk cId="0" sldId="259"/>
            <ac:picMk id="6" creationId="{00000000-0000-0000-0000-000000000000}"/>
          </ac:picMkLst>
        </pc:picChg>
        <pc:picChg chg="mod">
          <ac:chgData name="Zhibin Ning" userId="859e7eff-02b1-4ab0-b37f-60eed51680ba" providerId="ADAL" clId="{A663D1EC-03D0-4E68-801C-8E97F761FE79}" dt="2026-04-29T16:01:28.059" v="86" actId="1037"/>
          <ac:picMkLst>
            <pc:docMk/>
            <pc:sldMk cId="0" sldId="259"/>
            <ac:picMk id="7" creationId="{00000000-0000-0000-0000-000000000000}"/>
          </ac:picMkLst>
        </pc:picChg>
        <pc:picChg chg="mod">
          <ac:chgData name="Zhibin Ning" userId="859e7eff-02b1-4ab0-b37f-60eed51680ba" providerId="ADAL" clId="{A663D1EC-03D0-4E68-801C-8E97F761FE79}" dt="2026-04-29T16:01:28.059" v="86" actId="1037"/>
          <ac:picMkLst>
            <pc:docMk/>
            <pc:sldMk cId="0" sldId="259"/>
            <ac:picMk id="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64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81450" y="0"/>
            <a:ext cx="30464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7CFB4-166A-4E20-AC24-38ABBC4BBB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5225"/>
            <a:ext cx="4191000" cy="3143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3263" y="4483100"/>
            <a:ext cx="5622925" cy="36687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48725"/>
            <a:ext cx="30464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81450" y="8848725"/>
            <a:ext cx="30464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F7244-500E-45A8-B44F-01F96B76EC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F7244-500E-45A8-B44F-01F96B76EC5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F7244-500E-45A8-B44F-01F96B76EC5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A0FB-5054-4003-AA39-C94AF22E189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0156-D5C7-4046-BF8C-4146F87233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A0FB-5054-4003-AA39-C94AF22E189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0156-D5C7-4046-BF8C-4146F87233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A0FB-5054-4003-AA39-C94AF22E189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0156-D5C7-4046-BF8C-4146F87233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A0FB-5054-4003-AA39-C94AF22E189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0156-D5C7-4046-BF8C-4146F87233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A0FB-5054-4003-AA39-C94AF22E189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0156-D5C7-4046-BF8C-4146F87233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A0FB-5054-4003-AA39-C94AF22E189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0156-D5C7-4046-BF8C-4146F87233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A0FB-5054-4003-AA39-C94AF22E189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0156-D5C7-4046-BF8C-4146F87233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A0FB-5054-4003-AA39-C94AF22E189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0156-D5C7-4046-BF8C-4146F87233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A0FB-5054-4003-AA39-C94AF22E189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0156-D5C7-4046-BF8C-4146F87233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A0FB-5054-4003-AA39-C94AF22E189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0156-D5C7-4046-BF8C-4146F87233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A0FB-5054-4003-AA39-C94AF22E189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0156-D5C7-4046-BF8C-4146F87233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7A0FB-5054-4003-AA39-C94AF22E189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C0156-D5C7-4046-BF8C-4146F872338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33400" y="838200"/>
            <a:ext cx="8450284" cy="5538625"/>
            <a:chOff x="374235" y="1208034"/>
            <a:chExt cx="8450284" cy="5538625"/>
          </a:xfrm>
        </p:grpSpPr>
        <p:sp>
          <p:nvSpPr>
            <p:cNvPr id="101" name="文本框 100"/>
            <p:cNvSpPr txBox="1"/>
            <p:nvPr/>
          </p:nvSpPr>
          <p:spPr>
            <a:xfrm>
              <a:off x="728512" y="1208034"/>
              <a:ext cx="79228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CA" altLang="zh-CN" sz="1400" b="1" i="1" dirty="0"/>
                <a:t>1               2               3               4               5              6               7               8               9             10             11            12</a:t>
              </a:r>
              <a:endParaRPr kumimoji="1" lang="zh-CN" altLang="en-US" sz="1400" b="1" i="1" dirty="0"/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380265" y="1474324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CA" altLang="zh-CN" i="1" dirty="0"/>
                <a:t>A</a:t>
              </a:r>
              <a:endParaRPr kumimoji="1" lang="zh-CN" altLang="en-US" i="1" dirty="0"/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382926" y="2134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CA" altLang="zh-CN" i="1" dirty="0"/>
                <a:t>B</a:t>
              </a:r>
              <a:endParaRPr kumimoji="1" lang="zh-CN" altLang="en-US" i="1" dirty="0"/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382926" y="279458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CA" altLang="zh-CN" i="1" dirty="0"/>
                <a:t>C</a:t>
              </a:r>
              <a:endParaRPr kumimoji="1" lang="zh-CN" altLang="en-US" i="1" dirty="0"/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376038" y="3454708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CA" altLang="zh-CN" i="1" dirty="0"/>
                <a:t>D</a:t>
              </a:r>
              <a:endParaRPr kumimoji="1" lang="zh-CN" altLang="en-US" i="1" dirty="0"/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390691" y="4114836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CA" altLang="zh-CN" i="1" dirty="0"/>
                <a:t>E</a:t>
              </a:r>
              <a:endParaRPr kumimoji="1" lang="zh-CN" altLang="en-US" i="1" dirty="0"/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394016" y="4774964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CA" altLang="zh-CN" i="1" dirty="0"/>
                <a:t>F</a:t>
              </a:r>
              <a:endParaRPr kumimoji="1" lang="zh-CN" altLang="en-US" i="1" dirty="0"/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374235" y="5435092"/>
              <a:ext cx="3302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CA" altLang="zh-CN" i="1" dirty="0"/>
                <a:t>G</a:t>
              </a:r>
              <a:endParaRPr kumimoji="1" lang="zh-CN" altLang="en-US" i="1" dirty="0"/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375137" y="6095219"/>
              <a:ext cx="3284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CA" altLang="zh-CN" i="1" dirty="0"/>
                <a:t>H</a:t>
              </a:r>
              <a:endParaRPr kumimoji="1" lang="zh-CN" altLang="en-US" i="1" dirty="0"/>
            </a:p>
          </p:txBody>
        </p:sp>
        <p:pic>
          <p:nvPicPr>
            <p:cNvPr id="113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325" y="1499678"/>
              <a:ext cx="8196194" cy="52469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6" name="Group 5"/>
          <p:cNvGrpSpPr/>
          <p:nvPr/>
        </p:nvGrpSpPr>
        <p:grpSpPr>
          <a:xfrm>
            <a:off x="1194435" y="315595"/>
            <a:ext cx="7817485" cy="6367780"/>
            <a:chOff x="1881" y="497"/>
            <a:chExt cx="12311" cy="10028"/>
          </a:xfrm>
        </p:grpSpPr>
        <p:sp>
          <p:nvSpPr>
            <p:cNvPr id="120" name="文本框 1"/>
            <p:cNvSpPr txBox="1"/>
            <p:nvPr/>
          </p:nvSpPr>
          <p:spPr>
            <a:xfrm>
              <a:off x="2160" y="960"/>
              <a:ext cx="4963" cy="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CA" altLang="zh-CN" sz="1050" dirty="0"/>
                <a:t>Label the plate with the same date </a:t>
              </a:r>
              <a:endParaRPr kumimoji="1" lang="zh-CN" altLang="en-US" sz="1050" dirty="0"/>
            </a:p>
          </p:txBody>
        </p:sp>
        <p:sp>
          <p:nvSpPr>
            <p:cNvPr id="123" name="文本框 111"/>
            <p:cNvSpPr txBox="1"/>
            <p:nvPr/>
          </p:nvSpPr>
          <p:spPr>
            <a:xfrm>
              <a:off x="9912" y="544"/>
              <a:ext cx="3889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en-CA" sz="1400" dirty="0"/>
                <a:t>MS:</a:t>
              </a:r>
              <a:endParaRPr kumimoji="1" lang="en-CA" altLang="zh-CN" sz="1400" dirty="0"/>
            </a:p>
            <a:p>
              <a:r>
                <a:rPr kumimoji="1" lang="en-CA" altLang="zh-CN" sz="1400" dirty="0"/>
                <a:t>Plate:  </a:t>
              </a:r>
              <a:endParaRPr kumimoji="1" lang="zh-CN" altLang="en-US" sz="1400" dirty="0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881" y="497"/>
              <a:ext cx="5354" cy="580"/>
              <a:chOff x="827916" y="631826"/>
              <a:chExt cx="3399516" cy="368300"/>
            </a:xfrm>
          </p:grpSpPr>
          <p:sp>
            <p:nvSpPr>
              <p:cNvPr id="115" name="文本框 111"/>
              <p:cNvSpPr txBox="1"/>
              <p:nvPr/>
            </p:nvSpPr>
            <p:spPr>
              <a:xfrm>
                <a:off x="827916" y="631826"/>
                <a:ext cx="3399516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en-CA" b="1" dirty="0"/>
                  <a:t>             </a:t>
                </a:r>
                <a:r>
                  <a:rPr kumimoji="1" lang="en-CA" altLang="zh-CN" b="1" dirty="0"/>
                  <a:t>________________</a:t>
                </a:r>
                <a:endParaRPr kumimoji="1" lang="zh-CN" altLang="en-US" sz="1200" b="1" dirty="0"/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1538331" y="667023"/>
                <a:ext cx="1870745" cy="229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en-CA" altLang="zh-CN" sz="900" b="1" spc="300" dirty="0">
                    <a:solidFill>
                      <a:schemeClr val="bg1">
                        <a:lumMod val="85000"/>
                      </a:schemeClr>
                    </a:solidFill>
                    <a:latin typeface="Arial Black" panose="020B0A04020102020204" pitchFamily="34" charset="0"/>
                  </a:rPr>
                  <a:t>  YYYY  MM   DD</a:t>
                </a:r>
              </a:p>
            </p:txBody>
          </p:sp>
        </p:grpSp>
        <p:sp>
          <p:nvSpPr>
            <p:cNvPr id="3" name="文本框 2"/>
            <p:cNvSpPr txBox="1"/>
            <p:nvPr/>
          </p:nvSpPr>
          <p:spPr>
            <a:xfrm>
              <a:off x="8259" y="10186"/>
              <a:ext cx="5933" cy="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/>
                <a:t>Raw Files Naming algorithm: Name_20460101_Instrument_Project_Sample_Replicate</a:t>
              </a:r>
              <a:endParaRPr lang="zh-CN" altLang="zh-CN" sz="800" dirty="0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766057" y="1102401"/>
            <a:ext cx="78941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A1                            A2                            A3                             A4                            A5                            A6                           A7                             A8                             A9                           A10                           A11                           A12</a:t>
            </a:r>
            <a:endParaRPr 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6747" y="1753450"/>
            <a:ext cx="78941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B1                            B2                            B3                             B4                            B5                            B6                            B7                             B8                             B9                           B10                           B11                           B12</a:t>
            </a:r>
            <a:endParaRPr 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63043" y="2442423"/>
            <a:ext cx="78941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C1                            C2                            C3                             C4                            C5                            C6                            C7                             C8                             C9                           C10                           C11                           C12</a:t>
            </a:r>
            <a:endParaRPr 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34562" y="3092091"/>
            <a:ext cx="78941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D1                            D2                            D3                             D4                            D5                            D6                           D7                             D8                             D9                           D10                           D11                          D12</a:t>
            </a:r>
            <a:endParaRPr 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50538" y="3697434"/>
            <a:ext cx="78941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E1                            E2                             E3                             E4                            E5                            E6                             E7                             E8                             E9                            E10                           E11                           E12</a:t>
            </a:r>
            <a:endParaRPr 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6559" y="4377425"/>
            <a:ext cx="78941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F1                            F2                            F3                              F4                              F5                            F6                            F7                             F8                             F9                           F10                           F11                           F12</a:t>
            </a:r>
            <a:endParaRPr 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47416" y="4994774"/>
            <a:ext cx="78941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G1                            G2                            G3                            G4                            G5                            G6                            G7                            G8                            G9                           G10                          G11                           G12</a:t>
            </a:r>
            <a:endParaRPr 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56747" y="5633751"/>
            <a:ext cx="78941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H1                            H2                            H3                             H4                            H5                            H6                           H7                             H8                            H9                           H10                          H11                           H12</a:t>
            </a:r>
            <a:endParaRPr 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50670" y="1149350"/>
            <a:ext cx="8050530" cy="5175250"/>
            <a:chOff x="1178" y="2248"/>
            <a:chExt cx="11840" cy="759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9" y="2248"/>
              <a:ext cx="5938" cy="38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1" y="2248"/>
              <a:ext cx="5938" cy="38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" y="6036"/>
              <a:ext cx="5938" cy="38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0" y="6000"/>
              <a:ext cx="5938" cy="38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0" name="文本框 100"/>
          <p:cNvSpPr txBox="1"/>
          <p:nvPr/>
        </p:nvSpPr>
        <p:spPr>
          <a:xfrm>
            <a:off x="827672" y="914400"/>
            <a:ext cx="79228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CA" altLang="zh-CN" sz="1000" b="1" i="1" dirty="0"/>
              <a:t>1         2         3          4         5         6         7          8         9          10      11       12</a:t>
            </a:r>
            <a:r>
              <a:rPr kumimoji="1" lang="en-US" altLang="en-CA" sz="1000" b="1" i="1" dirty="0"/>
              <a:t>        13     14        15      16       17         18      19       20      21       22          23      24</a:t>
            </a:r>
          </a:p>
        </p:txBody>
      </p:sp>
      <p:sp>
        <p:nvSpPr>
          <p:cNvPr id="11" name="文本框 103"/>
          <p:cNvSpPr txBox="1"/>
          <p:nvPr/>
        </p:nvSpPr>
        <p:spPr>
          <a:xfrm>
            <a:off x="457200" y="1219425"/>
            <a:ext cx="294005" cy="5262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CA" altLang="zh-CN" sz="105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br>
              <a:rPr kumimoji="1" lang="en-CA" altLang="zh-CN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CA" altLang="zh-CN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br>
              <a:rPr kumimoji="1" lang="en-US" altLang="en-CA" sz="105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1" lang="en-US" altLang="en-CA" sz="105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194435" y="315595"/>
            <a:ext cx="3399790" cy="546735"/>
            <a:chOff x="1881" y="497"/>
            <a:chExt cx="5354" cy="861"/>
          </a:xfrm>
        </p:grpSpPr>
        <p:sp>
          <p:nvSpPr>
            <p:cNvPr id="22" name="文本框 1"/>
            <p:cNvSpPr txBox="1"/>
            <p:nvPr/>
          </p:nvSpPr>
          <p:spPr>
            <a:xfrm>
              <a:off x="2160" y="960"/>
              <a:ext cx="4963" cy="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CA" altLang="zh-CN" sz="1050" dirty="0"/>
                <a:t>Label the plate with the same date </a:t>
              </a:r>
              <a:endParaRPr kumimoji="1" lang="zh-CN" altLang="en-US" sz="1050" dirty="0"/>
            </a:p>
          </p:txBody>
        </p:sp>
        <p:grpSp>
          <p:nvGrpSpPr>
            <p:cNvPr id="32" name="组合 1"/>
            <p:cNvGrpSpPr/>
            <p:nvPr/>
          </p:nvGrpSpPr>
          <p:grpSpPr>
            <a:xfrm>
              <a:off x="1881" y="497"/>
              <a:ext cx="5354" cy="580"/>
              <a:chOff x="827916" y="631826"/>
              <a:chExt cx="3399516" cy="368300"/>
            </a:xfrm>
          </p:grpSpPr>
          <p:sp>
            <p:nvSpPr>
              <p:cNvPr id="33" name="文本框 111"/>
              <p:cNvSpPr txBox="1"/>
              <p:nvPr/>
            </p:nvSpPr>
            <p:spPr>
              <a:xfrm>
                <a:off x="827916" y="631826"/>
                <a:ext cx="3399516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en-CA" b="1" dirty="0"/>
                  <a:t>             </a:t>
                </a:r>
                <a:r>
                  <a:rPr kumimoji="1" lang="en-CA" altLang="zh-CN" b="1" dirty="0"/>
                  <a:t>________________</a:t>
                </a:r>
                <a:endParaRPr kumimoji="1" lang="zh-CN" altLang="en-US" sz="1200" b="1" dirty="0"/>
              </a:p>
            </p:txBody>
          </p:sp>
          <p:sp>
            <p:nvSpPr>
              <p:cNvPr id="34" name="Rectangle 123"/>
              <p:cNvSpPr/>
              <p:nvPr/>
            </p:nvSpPr>
            <p:spPr>
              <a:xfrm>
                <a:off x="1538331" y="667023"/>
                <a:ext cx="1870745" cy="229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en-CA" altLang="zh-CN" sz="900" b="1" spc="300" dirty="0">
                    <a:solidFill>
                      <a:schemeClr val="bg1">
                        <a:lumMod val="85000"/>
                      </a:schemeClr>
                    </a:solidFill>
                    <a:latin typeface="Arial Black" panose="020B0A04020102020204" pitchFamily="34" charset="0"/>
                  </a:rPr>
                  <a:t>  YYYY  MM   DD</a:t>
                </a:r>
              </a:p>
            </p:txBody>
          </p:sp>
        </p:grp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5EAA5FB5-24AC-73FC-777F-CB812D5856A1}"/>
              </a:ext>
            </a:extLst>
          </p:cNvPr>
          <p:cNvSpPr txBox="1"/>
          <p:nvPr/>
        </p:nvSpPr>
        <p:spPr>
          <a:xfrm>
            <a:off x="5257800" y="6512560"/>
            <a:ext cx="3767455" cy="215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/>
              <a:t>Raw Files Naming algorithm: Name_20460101_Instrument_Project_Sample_Replicate</a:t>
            </a:r>
            <a:endParaRPr lang="zh-CN" altLang="zh-CN" sz="800" dirty="0"/>
          </a:p>
        </p:txBody>
      </p:sp>
      <p:sp>
        <p:nvSpPr>
          <p:cNvPr id="3" name="文本框 111">
            <a:extLst>
              <a:ext uri="{FF2B5EF4-FFF2-40B4-BE49-F238E27FC236}">
                <a16:creationId xmlns:a16="http://schemas.microsoft.com/office/drawing/2014/main" id="{A5EA4F82-E63A-C06D-0945-A8AB50D94E60}"/>
              </a:ext>
            </a:extLst>
          </p:cNvPr>
          <p:cNvSpPr txBox="1"/>
          <p:nvPr/>
        </p:nvSpPr>
        <p:spPr>
          <a:xfrm>
            <a:off x="6294120" y="345440"/>
            <a:ext cx="2469515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CA" sz="1400" dirty="0"/>
              <a:t>MS:</a:t>
            </a:r>
            <a:endParaRPr kumimoji="1" lang="en-CA" altLang="zh-CN" sz="1400" dirty="0"/>
          </a:p>
          <a:p>
            <a:r>
              <a:rPr kumimoji="1" lang="en-CA" altLang="zh-CN" sz="1400" dirty="0"/>
              <a:t>Plate:  </a:t>
            </a:r>
            <a:endParaRPr kumimoji="1" lang="zh-CN" alt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255</Words>
  <Application>Microsoft Office PowerPoint</Application>
  <PresentationFormat>On-screen Show (4:3)</PresentationFormat>
  <Paragraphs>33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Arial Black</vt:lpstr>
      <vt:lpstr>Calibri</vt:lpstr>
      <vt:lpstr>Office Theme</vt:lpstr>
      <vt:lpstr>PowerPoint Presentation</vt:lpstr>
      <vt:lpstr>PowerPoint Presentation</vt:lpstr>
    </vt:vector>
  </TitlesOfParts>
  <Company>OISB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Zhibin Ning</cp:lastModifiedBy>
  <cp:revision>54</cp:revision>
  <cp:lastPrinted>2018-08-27T14:52:00Z</cp:lastPrinted>
  <dcterms:created xsi:type="dcterms:W3CDTF">2014-07-14T14:15:00Z</dcterms:created>
  <dcterms:modified xsi:type="dcterms:W3CDTF">2026-04-29T16:01:39Z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1033-12.2.0.13489</vt:lpwstr>
  </property>
  <property fmtid="{D5CDD505-2E9C-101B-9397-08002B2CF9AE}" pid="3" name="ICV">
    <vt:lpwstr>D5D5B5C5B6C34976BE827B1646B81332_12</vt:lpwstr>
  </property>
</Properties>
</file>